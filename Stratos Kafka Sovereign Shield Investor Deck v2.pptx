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SHIELD ANTI-FRAUD KERNEL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Server-Enforced Quarantine • Cryptographic TTL • Biometric Liveness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743200" cy="36576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$3,000,000 SEED ROUND  • 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INVESTOR MATERIALS  |  ECZ QUANTUM LABS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MULTI-BILLION DOLLAR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Token Farming &amp; Proxy Abuse in the Global AI Economy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0F284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01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 Billions Lost Annually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 networks in China and emerging markets farm and resell enterprise API tokens at scale, creating a shadow economy estimated at $2B–$4B+ per year.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0F284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44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🔓  Zero Friction Abuse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systems rely on client-side rate limits and weak session tokens. Fraudsters rotate IPs, devices, and credentials faster than detection systems can respond.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0F284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87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 Brand &amp; Security Risk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Enterprises lose control of their AI spend. Data leakage, prompt injection, and model poisoning risks increase when tokens are traded on black markets.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0F284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230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📉  Economic Attrition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 users and platforms subsidize the fraud. Margins collapse. Innovation slows. The entire AI API ecosystem is being economically attacked.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 |  SOVEREIGN SHIELD  |  CONFIDENTIAL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Sovereign Shield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server-enforced, zero-trust anti-fraud kernel that makes API token abuse economically irrational and technically impossible at scale.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0F284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QUARANTINE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anomaly detection (keystroke dynamics, pointer velocity, semantic shift) triggers immediate server-side session isolation before any token is consumed.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0F284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CRYPTOGRAPHIC TTL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10-minute server-side death window. Client time manipulation is useless. Mathematical proof of immutability included in architecture.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2860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0F2847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7532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BIOMETRIC LIVENESS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randomized physical interaction challenge (gaze + blink + anti-spoofing) with passport/ID correlation. Automated token burn on failure or timeout.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 |  SOVEREIGN SHIELD  |  CONFIDENTIAL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Pipeline — No Trust, No Token, No Exception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0F284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2011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 of Cognitive Session Profile. Keystroke dynamics, pointer velocity, prompt semantic shift.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0F284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LOCK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&gt; 85% triggers immediate quarantine. Session isolated. All outbound AI API routing suspended.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0F284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TTL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3840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Cryptographic 600-second window bound to authoritative NTP-synced server time. Client clock is irrelevant.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0F284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1168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LIVENESS CHALLENGE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1168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Randomized gaze + blink + anti-spoofing + ID correlation. Single-use challenge with cryptographic binding.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2120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0F284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94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01168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OR BURN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011680" y="5669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→ Release + baseline update. Fail or timeout → Cryptographic token shred + hardware fingerprint blacklisting.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 |  SOVEREIGN SHIELD  |  CONFIDENTIAL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ATTRITION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Block Fraud. We Make It Unprofitable.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0F284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Cost 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12–25×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fraudulent attempt now requires physical presence + successful liveness under time pressure.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0F284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per Attack 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$0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attempts yield zero tokens. Successful ones are rare and short-lived before blacklisting.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0F284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Overhead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networks must recruit real humans for liveness challenges at scale — destroys automation economics.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0F284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Blacklist Velocity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92240" y="50749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fingerprints + behavioral signatures accumulate. Repeat offenders are permanently excluded.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 |  SOVEREIGN SHIELD  |  CONFIDENTIAL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&amp; SCALABILITY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Plug-and-Play Middleware for Any Modern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0F284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Native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Lambda / EKS, Azure Functions / AKS, GCP Cloud Run / GKE, Kubernetes sidecar or ingress controller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0F284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&amp; On-Prem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NVIDIA Jetson / AGX, ARM-based edge gateways, on-premise Kubernetes, air-gapped deployments with local policy 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0F284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Kong, Apigee, AWS API Gateway, Azure API Management, custom FastAPI / Express middleware (reference implementation included)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98348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0F284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20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Plane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Redis-backed session store (or etcd / Consul), Kafka event bus for revocation propagation, Prometheus + Grafana observability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 |  SOVEREIGN SHIELD  |  CONFIDENTIAL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the $100B+ AI API Economy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0F284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Platforms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$42B TAM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LLM gateways, developer platforms, and enterprise copilots protecting millions in monthly API spend.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0F284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Infrastructure Providers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$28B TAM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GPU providers, inference platforms, and model hosts seeking differentiation through security.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0F284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Regulated Industries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$35B+ TAM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Finance, healthcare, defense contractors — where API abuse = regulatory and national security risk.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 |  SOVEREIGN SHIELD  |  CONFIDENTIAL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$3,000,000 Seed Round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Commercialization • Enterprise Deployments • Core Team Expansion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0F284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6888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&amp; Product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2560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hardening, enterprise integrations, liveness model training, C++ high-performance core.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0F284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68880" y="3520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sales team, pilot programs with 3–5 strategic accounts, security certifications (SOC2, FedRAMP path).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0F284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&amp; Legal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68880" y="4480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Provisional &amp; PCT patent filings, trade secret protection, commercial licensing framework.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98348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0F284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66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6888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Runway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68880" y="5440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18-month runway, infrastructure, compliance, and strategic advisory board.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 |  SOVEREIGN SHIELD  |  CONFIDENTIAL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API economy is at an inflection point. Fraud is scaling faster than defenses. The first platform to ship credible, server-enforced anti-fraud will define the category.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Araz Mehdi  •  Chief Architect, ECZ Quantum Labs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AraxTeam@proton.me  •  Zürich, Switzerland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0698480" cy="1828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STRATOS-KAFKA++ SOVEREIGN SHIELD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API Fraud Economically Irrational.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•  © 2026 ECZ Quantum Labs. All rights reserved.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Stratos-Kafka++ | Sovereign Shield Anti-Fraud Kernel | Investor Deck 2026</dc:title>
  <dc:subject>Confidential Investor Materials - $3M Seed Round</dc:subject>
  <dc:creator>ECZ Quantum Labs / Sovereign Shield Initiative</dc:creator>
  <cp:lastModifiedBy>ECZ Quantum Labs / Sovereign Shield Initiative</cp:lastModifiedBy>
  <cp:revision>1</cp:revision>
  <dcterms:created xsi:type="dcterms:W3CDTF">2026-05-20T22:54:01Z</dcterms:created>
  <dcterms:modified xsi:type="dcterms:W3CDTF">2026-05-20T22:54:01Z</dcterms:modified>
</cp:coreProperties>
</file>